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8465"/>
            <a:ext cx="617327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교육기관 성적 처리 시스템</a:t>
            </a:r>
            <a:endParaRPr lang="en-US" sz="4450" dirty="0"/>
          </a:p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DB 설계 및 구현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829651"/>
            <a:ext cx="56483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7498" y="4905256"/>
            <a:ext cx="2774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71970" y="4905256"/>
            <a:ext cx="20452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유00 · 임00 · 강00 · 안00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05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프로젝트 개요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92974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설계 기반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1020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요구분석서를 바탕으로 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500919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성적 처리 시스템 DB 구조 설계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792974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역할 기반 구조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51020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관리자, 교수자, 학생의 명확한 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43776" y="500919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 분리를 통한 체계적인 데이터 관리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792974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무결성 중심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6948" y="451020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프로시저 중심의 데이터 처리로 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66948" y="500919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무결성과 보안성 확보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프로젝트 목적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6407944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ERD 설계 역량 강화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모델링 경험 축적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03496"/>
            <a:ext cx="6408063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제약조건 활용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86822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PK, FK, UNIQUE, CHECK 제약조건과 프로시저, 함수를 활용한 데이터 무결성 구현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역할별 로직 분리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 역할에 따른 처리 로직 분리 및 책임 명확화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검증 체계 구축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단위 테스트 및 시나리오 기반 검증을 통한 품질 확보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0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시스템 전체 구조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2711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 계층: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관리자/교수자/학생의 역할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프로시저 계층: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비즈니스 로직 처리 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테이블 계층: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데이터 저장 및 기준 테이블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866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역할별 권한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604689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486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관리자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535240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테이블 및 기준 데이터 관리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604689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486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교수자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535240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담당 과목의 성적 생성 및 수정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604689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486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학생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535240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 성적 조회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2277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사용자는 직접 테이블에 접근하지 않으며, 정의된 프로시저를 통해서만 데이터를 조회하고 변경 가능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36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ERD 구조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76876"/>
            <a:ext cx="7181017" cy="52912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923893"/>
            <a:ext cx="844831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720024" y="1656397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핵심 테이블 구성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720024" y="22038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사용자 관리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20024" y="2668905"/>
            <a:ext cx="4124087" cy="85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STUD: 학생 정보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PROF: 교수자 정보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ADMIN: 관리자 정보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20024" y="36887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과정 및 개설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720024" y="4153841"/>
            <a:ext cx="4124087" cy="570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OPEN_COURSE: 개설 과정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OPEN_SUB: 개설 과목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720024" y="48883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수강 및 성적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720024" y="5353427"/>
            <a:ext cx="4124087" cy="570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ENROLLMENT: 수강신청 관리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GRADE: 성적 관리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20024" y="608795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예외 관리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720024" y="6553014"/>
            <a:ext cx="412408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DROP_OUT: 중도탈락 관리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18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핵심 정책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94284"/>
            <a:ext cx="3090505" cy="4384358"/>
          </a:xfrm>
          <a:prstGeom prst="roundRect">
            <a:avLst>
              <a:gd name="adj" fmla="val 110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1924764"/>
            <a:ext cx="3029545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2168962" y="20522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832021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역할별 권한 분리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322439"/>
            <a:ext cx="2575917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관리자: 최종관리자 포함 모든 데이터 관리 가능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교수자: 본인 담당 과목만 처리 가능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학생: 본인 성적 조회만 가능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1894284"/>
            <a:ext cx="3090624" cy="4384358"/>
          </a:xfrm>
          <a:prstGeom prst="roundRect">
            <a:avLst>
              <a:gd name="adj" fmla="val 110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41589" y="1924764"/>
            <a:ext cx="3029664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281" y="20522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4368403" y="283202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데이터 보호 정책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68403" y="3322439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성적, 관리자, 교수자, 학생 데이터는 삭제 불가 원칙을 적용하여 이력 관리 및 감사 추적이 가능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1894284"/>
            <a:ext cx="3090624" cy="4384358"/>
          </a:xfrm>
          <a:prstGeom prst="roundRect">
            <a:avLst>
              <a:gd name="adj" fmla="val 110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9027" y="1924764"/>
            <a:ext cx="3029664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5" name="Text 13"/>
          <p:cNvSpPr/>
          <p:nvPr/>
        </p:nvSpPr>
        <p:spPr>
          <a:xfrm>
            <a:off x="8803719" y="20522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685842" y="283202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중도탈락 학생 성적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842" y="3322439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탈락일자와 개설과목 종료일을 비교하여, 탈락일 이전에 종료된 과목은 성적 조회, 생성, 수정이 가능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0745986" y="1894284"/>
            <a:ext cx="3090624" cy="4384358"/>
          </a:xfrm>
          <a:prstGeom prst="roundRect">
            <a:avLst>
              <a:gd name="adj" fmla="val 110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76466" y="1924764"/>
            <a:ext cx="3029664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20" name="Text 18"/>
          <p:cNvSpPr/>
          <p:nvPr/>
        </p:nvSpPr>
        <p:spPr>
          <a:xfrm>
            <a:off x="12121158" y="20522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11003280" y="283202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수강신청 제약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003280" y="3322439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수강신청 및 겹치는 과정 기간 수강신청이 불가하며, DB 제약조건을 적극 활용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6375356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110745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719447"/>
            <a:ext cx="283488" cy="2268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30906" y="665884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제약조건(PK, FK, UNIQUE, CHECK)을 적극 활용하여 데이터 무결성을 시스템 레벨에서 보장합니다.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프로시저 설계 전략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3090505" cy="2940010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60069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비즈니스 로직 집중화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50487"/>
            <a:ext cx="26368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비즈니스 로직은 프로시저에서 처리하여 일관성 확보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111109" y="3225998"/>
            <a:ext cx="3090624" cy="2940010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4337923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5089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37923" y="4360069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입력 검증 강화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337923" y="4850487"/>
            <a:ext cx="26369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화면/사용자 입력을 신뢰하지 않고 DB 레벨에서 재검증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3225998"/>
            <a:ext cx="3090624" cy="2940010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7655362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55362" y="4360069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역할별 분리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55362" y="4850487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역할별 프로시저 분리로 책임 명확화 및 보안 강화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10745986" y="3225998"/>
            <a:ext cx="3090624" cy="2940010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972800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59966" y="3639860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0" y="4360069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예외 처리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972800" y="4850487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상황은 DB 레벨에서 사전 차단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6173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프로시저 목록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46290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역할별로 분리된 프로시저를 통해 명확한 책임 할당과 보안을 구현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3797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로그인 및 인증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844760"/>
            <a:ext cx="6286262" cy="85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PRC_AD_LOGIN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PRC_PF_LOGIN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PRC_ST_LOGIN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375032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기준 정보 관리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4215384"/>
            <a:ext cx="6286262" cy="1141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PRC_AR_CUD (지역)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PRC_CL_CUD (강의실)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PRC_SUB_CUD (과목)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PRC_TB_TB_CUD (교재)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790" y="529191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사용자 관리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93790" y="5756970"/>
            <a:ext cx="6286262" cy="85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PRC_AD_C / U / 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PRC_PF_C / U / 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PRC_ST_C / U / 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57968" y="23797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과정 및 개설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57968" y="2844760"/>
            <a:ext cx="6286262" cy="85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PRC_CR_C / UD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PRC_OC_C / U / 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PRC_OS_C / U / 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57968" y="375032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수강 및 성적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7968" y="4215384"/>
            <a:ext cx="6286262" cy="1426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PRC_ER_C / U / 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PRC_GR_C_PF (교수)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PRC_GR_C_AD (관리자)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PRC_GR_U (성적 수정)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PRC_GR_D (성적 삭제)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7968" y="563445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중도탈락 관리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557968" y="6099513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PRC_DO_C / U / 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3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테스트 시나리오 구성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03977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관리자 테스트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661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데이터 관리 및 기준 정보 설정 검증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5278" y="203977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2890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교수자 테스트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338066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담당 과목 성적 생성 및 수정 권한 검증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03977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2890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학생 테스트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338066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 성적 조회 권한 및 제한 검증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88491" y="203977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2890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예외 처리 테스트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338066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권한 위반, 중복 등록 등 예외 상황 처리 검증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444662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테스트 데이터 구성</a:t>
            </a:r>
            <a:endParaRPr lang="en-US" sz="3550" dirty="0"/>
          </a:p>
        </p:txBody>
      </p:sp>
      <p:sp>
        <p:nvSpPr>
          <p:cNvPr id="16" name="Text 10"/>
          <p:cNvSpPr/>
          <p:nvPr/>
        </p:nvSpPr>
        <p:spPr>
          <a:xfrm>
            <a:off x="793790" y="546711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5850" dirty="0"/>
          </a:p>
        </p:txBody>
      </p:sp>
      <p:sp>
        <p:nvSpPr>
          <p:cNvPr id="17" name="Text 11"/>
          <p:cNvSpPr/>
          <p:nvPr/>
        </p:nvSpPr>
        <p:spPr>
          <a:xfrm>
            <a:off x="900113" y="6498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관리자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4125278" y="546711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5850" dirty="0"/>
          </a:p>
        </p:txBody>
      </p:sp>
      <p:sp>
        <p:nvSpPr>
          <p:cNvPr id="19" name="Text 13"/>
          <p:cNvSpPr/>
          <p:nvPr/>
        </p:nvSpPr>
        <p:spPr>
          <a:xfrm>
            <a:off x="4231719" y="6498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교수자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456884" y="546711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5850" dirty="0"/>
          </a:p>
        </p:txBody>
      </p:sp>
      <p:sp>
        <p:nvSpPr>
          <p:cNvPr id="21" name="Text 15"/>
          <p:cNvSpPr/>
          <p:nvPr/>
        </p:nvSpPr>
        <p:spPr>
          <a:xfrm>
            <a:off x="7563326" y="6498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학생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456884" y="698932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중도탈락 1명 포함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10788491" y="546711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5850" dirty="0"/>
          </a:p>
        </p:txBody>
      </p:sp>
      <p:sp>
        <p:nvSpPr>
          <p:cNvPr id="24" name="Text 18"/>
          <p:cNvSpPr/>
          <p:nvPr/>
        </p:nvSpPr>
        <p:spPr>
          <a:xfrm>
            <a:off x="10894933" y="6498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과정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10788491" y="698932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과정당 2-3개 개설과목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07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프로젝트 회고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839641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066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어려웠던 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647599"/>
            <a:ext cx="611778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성적-수강신청-개설과목 간 복잡한 관계 설계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중도탈락 날짜 기준 처리 로직 구현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프로시저 분기 증가로 인한 가독성 저하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066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개선 방향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647599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공통 검증 로직 함수화로 재사용성 향상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 테이블 추가로 감사 추적 강화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연계 시 트랜잭션 관리 체계화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성능 고려한 쿼리 최적화 및 인덱스 설계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388599"/>
            <a:ext cx="13042821" cy="35957"/>
          </a:xfrm>
          <a:prstGeom prst="rect">
            <a:avLst/>
          </a:prstGeom>
          <a:solidFill>
            <a:srgbClr val="D6D9D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56796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프로젝트를 통해 실무 중심의 데이터베이스 설계 역량과 체계적인 개발 프로세스를 경험할 수 있었습니다.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2026-01-29T05:51:14Z</dcterms:created>
  <dcterms:modified xsi:type="dcterms:W3CDTF">2026-01-29T05:51:14Z</dcterms:modified>
</cp:coreProperties>
</file>